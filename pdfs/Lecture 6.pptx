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57" r:id="rId4"/>
    <p:sldId id="260" r:id="rId5"/>
    <p:sldId id="263" r:id="rId6"/>
    <p:sldId id="262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434" autoAdjust="0"/>
  </p:normalViewPr>
  <p:slideViewPr>
    <p:cSldViewPr>
      <p:cViewPr varScale="1">
        <p:scale>
          <a:sx n="68" d="100"/>
          <a:sy n="68" d="100"/>
        </p:scale>
        <p:origin x="144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>
            <a:extLst>
              <a:ext uri="{FF2B5EF4-FFF2-40B4-BE49-F238E27FC236}">
                <a16:creationId xmlns:a16="http://schemas.microsoft.com/office/drawing/2014/main" id="{1C42DD92-4D7D-41F0-8FC4-7FC1ABB75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2362200"/>
            <a:ext cx="8064500" cy="1395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4000" b="1" dirty="0">
                <a:solidFill>
                  <a:srgbClr val="7030A0"/>
                </a:solidFill>
              </a:rPr>
              <a:t>0714 02 CSE 4103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4000" b="1" dirty="0">
                <a:solidFill>
                  <a:srgbClr val="7030A0"/>
                </a:solidFill>
              </a:rPr>
              <a:t>Compiler Design</a:t>
            </a:r>
          </a:p>
        </p:txBody>
      </p:sp>
    </p:spTree>
    <p:extLst>
      <p:ext uri="{BB962C8B-B14F-4D97-AF65-F5344CB8AC3E}">
        <p14:creationId xmlns:p14="http://schemas.microsoft.com/office/powerpoint/2010/main" val="453140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3000" y="2590800"/>
            <a:ext cx="6858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NFA</a:t>
            </a:r>
          </a:p>
        </p:txBody>
      </p:sp>
    </p:spTree>
    <p:extLst>
      <p:ext uri="{BB962C8B-B14F-4D97-AF65-F5344CB8AC3E}">
        <p14:creationId xmlns:p14="http://schemas.microsoft.com/office/powerpoint/2010/main" val="3696429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876300" y="-876300"/>
            <a:ext cx="7010400" cy="876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479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807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143000" y="-838200"/>
            <a:ext cx="6781800" cy="876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0205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76400" y="1905000"/>
            <a:ext cx="5867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8720212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9</Words>
  <Application>Microsoft Office PowerPoint</Application>
  <PresentationFormat>On-screen Show (4:3)</PresentationFormat>
  <Paragraphs>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Saikat</dc:creator>
  <cp:lastModifiedBy>CSE KU</cp:lastModifiedBy>
  <cp:revision>17</cp:revision>
  <dcterms:created xsi:type="dcterms:W3CDTF">2006-08-16T00:00:00Z</dcterms:created>
  <dcterms:modified xsi:type="dcterms:W3CDTF">2026-01-26T06:00:39Z</dcterms:modified>
</cp:coreProperties>
</file>